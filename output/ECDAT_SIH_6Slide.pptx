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ECDAT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Cryptographic Discovery &amp; Analysis Tool</a:t>
            </a:r>
          </a:p>
          <a:p>
            <a:r>
              <a:t>Problem Statement 26164 · NTRO · Blockchain &amp; Cybersecurity</a:t>
            </a:r>
          </a:p>
          <a:p>
            <a:r>
              <a:t>Team ID: SIH26164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Idea: Discover → Quantify → Migrate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Unified crypto discovery across source, dependencies, certs &amp; config</a:t>
            </a:r>
          </a:p>
          <a:p>
            <a:pPr/>
            <a:r>
              <a:rPr/>
              <a:t>CycloneDX 1.6 CBOM export (validated)</a:t>
            </a:r>
          </a:p>
          <a:p>
            <a:pPr/>
            <a:r>
              <a:rPr/>
              <a:t>Quantum-risk scoring with Mosca’s X + Y &gt; Z framework</a:t>
            </a:r>
          </a:p>
          <a:p>
            <a:pPr/>
            <a:r>
              <a:rPr/>
              <a:t>HNDL (Harvest Now, Decrypt Later) &amp; TNFL (Trust Now, Forge Later) flags</a:t>
            </a:r>
          </a:p>
          <a:p>
            <a:pPr/>
            <a:r>
              <a:rPr/>
              <a:t>Deterministic NIST FIPS 203/204/205 PQC &amp; hybrid recommendations</a:t>
            </a:r>
          </a:p>
          <a:p>
            <a:pPr/>
            <a:r>
              <a:rPr/>
              <a:t>100% air-gapped — source never leaves the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Input: local repo / dependencies / X.509 certs / configs</a:t>
            </a:r>
          </a:p>
          <a:p>
            <a:pPr/>
            <a:r>
              <a:rPr/>
              <a:t>Discovery: Python-AST &amp; Java API rules + evidence (file, line, rule, confidence)</a:t>
            </a:r>
          </a:p>
          <a:p>
            <a:pPr/>
            <a:r>
              <a:rPr/>
              <a:t>Normalise → unified CryptoAsset model</a:t>
            </a:r>
          </a:p>
          <a:p>
            <a:pPr/>
            <a:r>
              <a:rPr/>
              <a:t>Classify: SHOR_BROKEN / GROVER_WEAKENED / QUANTUM_SAFE / CLASSICALLY_BROKEN</a:t>
            </a:r>
          </a:p>
          <a:p>
            <a:pPr/>
            <a:r>
              <a:rPr/>
              <a:t>Mosca margin = Z − (X+Y), scenario years 2030/2035/2040</a:t>
            </a:r>
          </a:p>
          <a:p>
            <a:pPr/>
            <a:r>
              <a:rPr/>
              <a:t>0–100 risk priority → PQC migration → CycloneDX 1.6 CBOM → Streamlit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&amp; Viability — Measured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Working prototype: controlled corpus scan, 41 assets, 10/10 planted classes detected</a:t>
            </a:r>
          </a:p>
          <a:p>
            <a:pPr/>
            <a:r>
              <a:rPr/>
              <a:t>Real target: CPython 3.11 stdlib → 695 assets, CBOM validated</a:t>
            </a:r>
          </a:p>
          <a:p>
            <a:pPr/>
            <a:r>
              <a:rPr/>
              <a:t>CycloneDX 1.6 CBOM passes official schema validation</a:t>
            </a:r>
          </a:p>
          <a:p>
            <a:pPr/>
            <a:r>
              <a:rPr/>
              <a:t>Open-source stack: Python, Streamlit, Plotly, cryptography, jsonschema</a:t>
            </a:r>
          </a:p>
          <a:p>
            <a:pPr/>
            <a:r>
              <a:rPr/>
              <a:t>Air-gapped deployable; no external source upload</a:t>
            </a:r>
          </a:p>
          <a:p>
            <a:pPr/>
            <a:r>
              <a:rPr/>
              <a:t>MVP vs roadmap boundary enforced (JS/TLS/binary = OPTIONAL; cloud/HSM = ROADMAP)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Complete cryptographic inventory (algorithms, keys, certs, libraries)</a:t>
            </a:r>
          </a:p>
          <a:p>
            <a:pPr/>
            <a:r>
              <a:rPr/>
              <a:t>Quantum-risk prioritisation via Mosca &amp; transparent 0–100 score</a:t>
            </a:r>
          </a:p>
          <a:p>
            <a:pPr/>
            <a:r>
              <a:rPr/>
              <a:t>HNDL/TNFL protection for long-lived data, signatures &amp; root trust</a:t>
            </a:r>
          </a:p>
          <a:p>
            <a:pPr/>
            <a:r>
              <a:rPr/>
              <a:t>Deterministic PQC/hybrid migration planning (ML-KEM-768, ML-DSA-65, SLH-DSA)</a:t>
            </a:r>
          </a:p>
          <a:p>
            <a:pPr/>
            <a:r>
              <a:rPr/>
              <a:t>CBOM value for procurement and audit (CycloneDX 1.6)</a:t>
            </a:r>
          </a:p>
          <a:p>
            <a:pPr/>
            <a:r>
              <a:rPr/>
              <a:t>Directly applicable to government &amp; critical-infrastructure organisations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References (verified)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NIST FIPS 203 (ML-KEM) · FIPS 204 (ML-DSA) · FIPS 205 (SLH-DSA)</a:t>
            </a:r>
          </a:p>
          <a:p>
            <a:pPr/>
            <a:r>
              <a:rPr/>
              <a:t>NIST SP 800-208 (LMS/XMSS) · NIST SP 1800-38B (crypto discovery)</a:t>
            </a:r>
          </a:p>
          <a:p>
            <a:pPr/>
            <a:r>
              <a:rPr/>
              <a:t>CycloneDX 1.6 CBOM specification</a:t>
            </a:r>
          </a:p>
          <a:p>
            <a:pPr/>
            <a:r>
              <a:rPr/>
              <a:t>Mosca’s quantum-risk framework</a:t>
            </a:r>
          </a:p>
          <a:p>
            <a:pPr/>
            <a:r>
              <a:rPr/>
              <a:t>CNSA 2.0 and relevant India PQC/SBOM/CBOM guidance</a:t>
            </a:r>
          </a:p>
          <a:p>
            <a:pPr/>
            <a:r>
              <a:rPr/>
              <a:t>All standards claims re-verified against primary sources before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